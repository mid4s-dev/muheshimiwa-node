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1041"/>
          </a:solidFill>
          <a:ln w="12700">
            <a:solidFill>
              <a:srgbClr val="2F10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16629">
              <a:alpha val="88000"/>
            </a:srgbClr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C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MUHESHIMWA 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Briefing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constituency management platform for bursaries, projects, polling stations, communication, and impact tracking.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3977640" cy="310896"/>
          </a:xfrm>
          <a:prstGeom prst="roundRect">
            <a:avLst>
              <a:gd name="adj" fmla="val 23529"/>
            </a:avLst>
          </a:prstGeom>
          <a:solidFill>
            <a:srgbClr val="016629"/>
          </a:solidFill>
          <a:ln w="12700">
            <a:solidFill>
              <a:srgbClr val="016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6090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15  |  Prisma  |  tRPC  |  NextAuth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69480" y="685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stakeholders 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051560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051560"/>
            <a:ext cx="109728" cy="100584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2344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0" y="16733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C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SUPPORTED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52360" y="192024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Bursary tracking and support workflows.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2212848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9480" y="2212848"/>
            <a:ext cx="1097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39572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52360" y="28346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WARDS IMPACTED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52360" y="308152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and visibility across the constituency.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69480" y="3374136"/>
            <a:ext cx="4251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3374136"/>
            <a:ext cx="109728" cy="100584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55701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50+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52360" y="39959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C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INITIATIVES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424281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safety efforts with measurable outcomes.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F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visibility, accountability, and faster delivery.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87000" y="64282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F1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coordination problem the platform solves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need a single operating picture for public engagement, project tracking, and service delivery.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20299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Fragmented records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952" y="263347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Bursaries, projects, posts, and contact data are often spread across tools and spreadsheets.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874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81144" y="20299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1144" y="263347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for leadership to quickly see what has been delivered, what is pending, and where coverage is thin.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38744" y="1874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03336" y="20299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03336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Slower response cycles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3336" y="263347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workflow, supporters and residents wait longer for updates and follow-up.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297680"/>
            <a:ext cx="10972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297680"/>
            <a:ext cx="128016" cy="132588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4988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" y="473659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Muheshimiwa MD centralizes constituency operations so teams can manage public information, track outcomes, and follow up on requests using one system.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1041"/>
          </a:solidFill>
          <a:ln w="12700">
            <a:solidFill>
              <a:srgbClr val="2F10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already covers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brings together public-facing content, operational workflows, and admin control in one stack.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74520"/>
            <a:ext cx="109728" cy="11704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Bursary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Applications, distributions, and student support visibility.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87452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874520"/>
            <a:ext cx="109728" cy="117043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infrastructure and community initiatives by status and impact.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9016" y="187452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9016" y="1874520"/>
            <a:ext cx="109728" cy="11704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Polling stations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11896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voting locations, codes, and constituent coverage.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42900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429000"/>
            <a:ext cx="109728" cy="117043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66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stories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867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publish outcomes residents can understand.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1688" y="342900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1688" y="3429000"/>
            <a:ext cx="109728" cy="11704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566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Supporter registry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44568" y="3867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contacts, registrations, and follow-up lists.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29016" y="3429000"/>
            <a:ext cx="3401568" cy="1170432"/>
          </a:xfrm>
          <a:prstGeom prst="roundRect">
            <a:avLst>
              <a:gd name="adj" fmla="val 9375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016" y="3429000"/>
            <a:ext cx="109728" cy="117043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1896" y="35661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11896" y="3867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operational access for staff and leadership.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5669280"/>
            <a:ext cx="4389120" cy="310896"/>
          </a:xfrm>
          <a:prstGeom prst="roundRect">
            <a:avLst>
              <a:gd name="adj" fmla="val 23529"/>
            </a:avLst>
          </a:prstGeom>
          <a:solidFill>
            <a:srgbClr val="016629"/>
          </a:solidFill>
          <a:ln w="12700">
            <a:solidFill>
              <a:srgbClr val="0166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6967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Next.js 15 + Prisma + tRPC + NextAuth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benefits and how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designed to serve constituents, internal teams, and external partners with different levels of visibility.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519379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568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0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258568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services and projects faster.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what is delivered and where.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or engage through clear public pages.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19379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9568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0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Constituency staff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258568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records without duplication.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from a shared source of truth.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manual follow-up and reporting effort.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730752"/>
            <a:ext cx="519379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5876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0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416052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progress at a glance.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resources with better data.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achievements with evidence.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3730752"/>
            <a:ext cx="519379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385876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10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 and stakeholders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4160520"/>
            <a:ext cx="4572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transparent outcomes.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planning and coordination.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commitments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1041"/>
          </a:solidFill>
          <a:ln w="12700">
            <a:solidFill>
              <a:srgbClr val="2F10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Signals that stakeholders can understand quickly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demo data already gives the platform credible proof points for outreach and reporting.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828800"/>
            <a:ext cx="109728" cy="1417320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SUPPORTED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Bursary access and education support.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828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828800"/>
            <a:ext cx="109728" cy="141732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03320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C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WARDS IMPACTED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0332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across the constituency.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828800"/>
            <a:ext cx="109728" cy="1417320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2450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INITIATIVES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safety and lighting efforts.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81160" y="1828800"/>
            <a:ext cx="2240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1828800"/>
            <a:ext cx="109728" cy="1417320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464040" y="245059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C7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SUPPORTER LIST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64040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growing audience for updates.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65760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numbers matter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68680" y="4160520"/>
            <a:ext cx="99669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translate the platform into outcomes instead of software jargon.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provide a simple story for meetings, reports, and public communication.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create a baseline for tracking progress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system is put together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stack is modern, type-safe, and easy to extend without introducing unnecessary complexity.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222199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560320"/>
            <a:ext cx="1719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Home, about, projects, polling stations, register, manifesto.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724912" y="2651760"/>
            <a:ext cx="164592" cy="365760"/>
          </a:xfrm>
          <a:prstGeom prst="chevron">
            <a:avLst/>
          </a:prstGeom>
          <a:solidFill>
            <a:srgbClr val="FDC71B"/>
          </a:solidFill>
          <a:ln w="12700">
            <a:solidFill>
              <a:srgbClr val="FDC7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0574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26664" y="222199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Next.js 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26664" y="2560320"/>
            <a:ext cx="1719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components, route handlers, and secure pages.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965192" y="2651760"/>
            <a:ext cx="164592" cy="365760"/>
          </a:xfrm>
          <a:prstGeom prst="chevron">
            <a:avLst/>
          </a:prstGeom>
          <a:solidFill>
            <a:srgbClr val="FDC71B"/>
          </a:solidFill>
          <a:ln w="12700">
            <a:solidFill>
              <a:srgbClr val="FDC7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0574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222199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 + APIs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66944" y="2560320"/>
            <a:ext cx="1719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NextAuth, tRPC, React Query, server actions.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205472" y="2651760"/>
            <a:ext cx="164592" cy="365760"/>
          </a:xfrm>
          <a:prstGeom prst="chevron">
            <a:avLst/>
          </a:prstGeom>
          <a:solidFill>
            <a:srgbClr val="FDC71B"/>
          </a:solidFill>
          <a:ln w="12700">
            <a:solidFill>
              <a:srgbClr val="FDC7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205740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07224" y="2221992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Prisma + MySQL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07224" y="2560320"/>
            <a:ext cx="1719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migrations, seed data, persistence.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9445752" y="2651760"/>
            <a:ext cx="164592" cy="365760"/>
          </a:xfrm>
          <a:prstGeom prst="chevron">
            <a:avLst/>
          </a:prstGeom>
          <a:solidFill>
            <a:srgbClr val="FDC71B"/>
          </a:solidFill>
          <a:ln w="12700">
            <a:solidFill>
              <a:srgbClr val="FDC7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2057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47504" y="2221992"/>
            <a:ext cx="1627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workflows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47504" y="256032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login, content management, analytics.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10972800" cy="1417320"/>
          </a:xfrm>
          <a:prstGeom prst="roundRect">
            <a:avLst>
              <a:gd name="adj" fmla="val 7742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advantages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61772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Type-safe API boundaries.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data model and migrations.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components for fast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1041"/>
          </a:solidFill>
          <a:ln w="12700">
            <a:solidFill>
              <a:srgbClr val="2F10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governance considerations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already has a strong path for local development, Docker deployment, and repeatable database setup.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5193792" cy="1325880"/>
          </a:xfrm>
          <a:prstGeom prst="roundRect">
            <a:avLst>
              <a:gd name="adj" fmla="val 8276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Docker-ready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includes Dockerfiles and compose files for local and cloud deployment.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193792" cy="1325880"/>
          </a:xfrm>
          <a:prstGeom prst="roundRect">
            <a:avLst>
              <a:gd name="adj" fmla="val 8276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2057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lifecycle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8232" y="23317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 migrations and seed scripts support predictable environments.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5193792" cy="1325880"/>
          </a:xfrm>
          <a:prstGeom prst="roundRect">
            <a:avLst>
              <a:gd name="adj" fmla="val 8276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703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9776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pages use authentication guards and session management.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45352" y="3566160"/>
            <a:ext cx="5193792" cy="1325880"/>
          </a:xfrm>
          <a:prstGeom prst="roundRect">
            <a:avLst>
              <a:gd name="adj" fmla="val 8276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3703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operations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32" y="39776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Supporter, post, project, and story updates are handled centrally.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94360" y="5440680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FDC71B"/>
          </a:solidFill>
          <a:ln w="12700">
            <a:solidFill>
              <a:srgbClr val="FDC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4681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review, demo, and refinement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16629"/>
          </a:solidFill>
          <a:ln w="12700">
            <a:solidFill>
              <a:srgbClr val="01662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118872"/>
          </a:xfrm>
          <a:prstGeom prst="rect">
            <a:avLst/>
          </a:prstGeom>
          <a:solidFill>
            <a:srgbClr val="FDC71B"/>
          </a:solidFill>
          <a:ln w="12700">
            <a:solidFill>
              <a:srgbClr val="FDC71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6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SLIDE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 for stakeholders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as the basis for approval, demo feedback, or a roadmap discussion with leadership and partners.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64922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176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items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42032"/>
            <a:ext cx="57607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current feature set against stakeholder priorities.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branding, messaging, and data fields for public reporting.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whether to expand with SMS, analytics, or a donor-facing view.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1D2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rollout date for the next review or demonstration.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96596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5F7F9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" dist="50800" dir="2700000">
              <a:srgbClr val="AAB2B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99248" y="21762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99248" y="2542032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6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unified platform that helps the constituency communicate better, operate faster, and prove delivery with data.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99248" y="395020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Stakeholder-ready. Deployment-ready. Ready for the next review.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Muheshimiwa 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Muheshimiwa MD Stakeholder Briefing</dc:title>
  <dc:subject>Stakeholder presentation</dc:subject>
  <dc:creator>GitHub Copilot</dc:creator>
  <cp:lastModifiedBy>GitHub Copilot</cp:lastModifiedBy>
  <cp:revision>1</cp:revision>
  <dcterms:created xsi:type="dcterms:W3CDTF">2026-05-05T03:24:52Z</dcterms:created>
  <dcterms:modified xsi:type="dcterms:W3CDTF">2026-05-05T03:24:52Z</dcterms:modified>
</cp:coreProperties>
</file>